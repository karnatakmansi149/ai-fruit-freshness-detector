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drawing1.xml" ContentType="application/vnd.ms-office.drawingml.diagramDrawing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drawing3.xml" ContentType="application/vnd.ms-office.drawingml.diagramDrawing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70" r:id="rId3"/>
    <p:sldId id="268" r:id="rId4"/>
    <p:sldId id="265" r:id="rId5"/>
    <p:sldId id="258" r:id="rId6"/>
    <p:sldId id="259" r:id="rId7"/>
    <p:sldId id="261" r:id="rId8"/>
    <p:sldId id="262" r:id="rId9"/>
    <p:sldId id="263" r:id="rId10"/>
    <p:sldId id="264" r:id="rId11"/>
    <p:sldId id="267" r:id="rId12"/>
    <p:sldId id="269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EFD725"/>
    <a:srgbClr val="E5CB2F"/>
    <a:srgbClr val="4A5356"/>
    <a:srgbClr val="9CA383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30101-1767-7510-A38B-1A07E258EEC9}" v="15" dt="2024-09-12T11:01:42.653"/>
    <p1510:client id="{97747344-3520-6DBC-70FA-13935FCA73DE}" v="5" dt="2024-09-12T10:02:52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394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pita Roy" userId="1a89f5ea-4173-41b8-bbd3-e7bd3860e0db" providerId="ADAL" clId="{9C117E5F-4B76-441E-BA45-7E441C4B5FAE}"/>
    <pc:docChg chg="addSld delSld modSld">
      <pc:chgData name="Arpita Roy" userId="1a89f5ea-4173-41b8-bbd3-e7bd3860e0db" providerId="ADAL" clId="{9C117E5F-4B76-441E-BA45-7E441C4B5FAE}" dt="2024-09-12T10:53:24.011" v="58" actId="2696"/>
      <pc:docMkLst>
        <pc:docMk/>
      </pc:docMkLst>
      <pc:sldChg chg="modSp del">
        <pc:chgData name="Arpita Roy" userId="1a89f5ea-4173-41b8-bbd3-e7bd3860e0db" providerId="ADAL" clId="{9C117E5F-4B76-441E-BA45-7E441C4B5FAE}" dt="2024-09-12T10:53:24.011" v="58" actId="2696"/>
        <pc:sldMkLst>
          <pc:docMk/>
          <pc:sldMk cId="1189884346" sldId="257"/>
        </pc:sldMkLst>
        <pc:graphicFrameChg chg="mod">
          <ac:chgData name="Arpita Roy" userId="1a89f5ea-4173-41b8-bbd3-e7bd3860e0db" providerId="ADAL" clId="{9C117E5F-4B76-441E-BA45-7E441C4B5FAE}" dt="2024-09-12T10:51:19.182" v="52" actId="207"/>
          <ac:graphicFrameMkLst>
            <pc:docMk/>
            <pc:sldMk cId="1189884346" sldId="257"/>
            <ac:graphicFrameMk id="5" creationId="{E2F6407E-AAD2-A4D5-4610-A42FBD9CB175}"/>
          </ac:graphicFrameMkLst>
        </pc:graphicFrameChg>
      </pc:sldChg>
      <pc:sldChg chg="addSp modSp add mod">
        <pc:chgData name="Arpita Roy" userId="1a89f5ea-4173-41b8-bbd3-e7bd3860e0db" providerId="ADAL" clId="{9C117E5F-4B76-441E-BA45-7E441C4B5FAE}" dt="2024-09-12T10:53:12.092" v="57" actId="13782"/>
        <pc:sldMkLst>
          <pc:docMk/>
          <pc:sldMk cId="2883350127" sldId="270"/>
        </pc:sldMkLst>
        <pc:spChg chg="add mod">
          <ac:chgData name="Arpita Roy" userId="1a89f5ea-4173-41b8-bbd3-e7bd3860e0db" providerId="ADAL" clId="{9C117E5F-4B76-441E-BA45-7E441C4B5FAE}" dt="2024-09-12T10:51:27.880" v="53" actId="207"/>
          <ac:spMkLst>
            <pc:docMk/>
            <pc:sldMk cId="2883350127" sldId="270"/>
            <ac:spMk id="6" creationId="{3BD57785-5D15-79E9-3ECF-86C512858270}"/>
          </ac:spMkLst>
        </pc:spChg>
        <pc:spChg chg="add mod">
          <ac:chgData name="Arpita Roy" userId="1a89f5ea-4173-41b8-bbd3-e7bd3860e0db" providerId="ADAL" clId="{9C117E5F-4B76-441E-BA45-7E441C4B5FAE}" dt="2024-09-12T10:51:27.880" v="53" actId="207"/>
          <ac:spMkLst>
            <pc:docMk/>
            <pc:sldMk cId="2883350127" sldId="270"/>
            <ac:spMk id="7" creationId="{6E193F18-9816-2134-C79C-11FDD5C0D8D5}"/>
          </ac:spMkLst>
        </pc:spChg>
        <pc:grpChg chg="add mod">
          <ac:chgData name="Arpita Roy" userId="1a89f5ea-4173-41b8-bbd3-e7bd3860e0db" providerId="ADAL" clId="{9C117E5F-4B76-441E-BA45-7E441C4B5FAE}" dt="2024-09-12T10:51:27.880" v="53" actId="207"/>
          <ac:grpSpMkLst>
            <pc:docMk/>
            <pc:sldMk cId="2883350127" sldId="270"/>
            <ac:grpSpMk id="4" creationId="{7BCE0D83-DF72-32F8-B5DD-EE783615D5F8}"/>
          </ac:grpSpMkLst>
        </pc:grpChg>
        <pc:graphicFrameChg chg="add mod modGraphic">
          <ac:chgData name="Arpita Roy" userId="1a89f5ea-4173-41b8-bbd3-e7bd3860e0db" providerId="ADAL" clId="{9C117E5F-4B76-441E-BA45-7E441C4B5FAE}" dt="2024-09-12T10:53:12.092" v="57" actId="13782"/>
          <ac:graphicFrameMkLst>
            <pc:docMk/>
            <pc:sldMk cId="2883350127" sldId="270"/>
            <ac:graphicFrameMk id="3" creationId="{B8CED378-0A86-9823-1D3F-9B4061B1FE95}"/>
          </ac:graphicFrameMkLst>
        </pc:graphicFrameChg>
        <pc:graphicFrameChg chg="mod">
          <ac:chgData name="Arpita Roy" userId="1a89f5ea-4173-41b8-bbd3-e7bd3860e0db" providerId="ADAL" clId="{9C117E5F-4B76-441E-BA45-7E441C4B5FAE}" dt="2024-09-12T10:49:32.462" v="30" actId="14100"/>
          <ac:graphicFrameMkLst>
            <pc:docMk/>
            <pc:sldMk cId="2883350127" sldId="270"/>
            <ac:graphicFrameMk id="5" creationId="{E2F6407E-AAD2-A4D5-4610-A42FBD9CB175}"/>
          </ac:graphicFrameMkLst>
        </pc:graphicFrameChg>
      </pc:sldChg>
    </pc:docChg>
  </pc:docChgLst>
  <pc:docChgLst>
    <pc:chgData name="Guest User" userId="S::urn:spo:anon#346b1cb35b4c7a56675b0f6e40624df9e88e9046cf9a7f5cb11d79da4fea2842::" providerId="AD" clId="Web-{97747344-3520-6DBC-70FA-13935FCA73DE}"/>
    <pc:docChg chg="modSld">
      <pc:chgData name="Guest User" userId="S::urn:spo:anon#346b1cb35b4c7a56675b0f6e40624df9e88e9046cf9a7f5cb11d79da4fea2842::" providerId="AD" clId="Web-{97747344-3520-6DBC-70FA-13935FCA73DE}" dt="2024-09-12T10:02:52.776" v="4" actId="20577"/>
      <pc:docMkLst>
        <pc:docMk/>
      </pc:docMkLst>
      <pc:sldChg chg="modSp">
        <pc:chgData name="Guest User" userId="S::urn:spo:anon#346b1cb35b4c7a56675b0f6e40624df9e88e9046cf9a7f5cb11d79da4fea2842::" providerId="AD" clId="Web-{97747344-3520-6DBC-70FA-13935FCA73DE}" dt="2024-09-12T10:02:52.776" v="4" actId="20577"/>
        <pc:sldMkLst>
          <pc:docMk/>
          <pc:sldMk cId="3130655203" sldId="263"/>
        </pc:sldMkLst>
        <pc:spChg chg="mod">
          <ac:chgData name="Guest User" userId="S::urn:spo:anon#346b1cb35b4c7a56675b0f6e40624df9e88e9046cf9a7f5cb11d79da4fea2842::" providerId="AD" clId="Web-{97747344-3520-6DBC-70FA-13935FCA73DE}" dt="2024-09-12T10:02:52.776" v="4" actId="20577"/>
          <ac:spMkLst>
            <pc:docMk/>
            <pc:sldMk cId="3130655203" sldId="263"/>
            <ac:spMk id="2" creationId="{1EEEA8E4-2B1A-430A-A41B-30AE8D1A7E78}"/>
          </ac:spMkLst>
        </pc:spChg>
      </pc:sldChg>
    </pc:docChg>
  </pc:docChgLst>
  <pc:docChgLst>
    <pc:chgData name="Arpita Roy" userId="S::arpita@edunetfoundation.org::1a89f5ea-4173-41b8-bbd3-e7bd3860e0db" providerId="AD" clId="Web-{2AA30101-1767-7510-A38B-1A07E258EEC9}"/>
    <pc:docChg chg="modSld">
      <pc:chgData name="Arpita Roy" userId="S::arpita@edunetfoundation.org::1a89f5ea-4173-41b8-bbd3-e7bd3860e0db" providerId="AD" clId="Web-{2AA30101-1767-7510-A38B-1A07E258EEC9}" dt="2024-09-12T11:01:42.653" v="12"/>
      <pc:docMkLst>
        <pc:docMk/>
      </pc:docMkLst>
      <pc:sldChg chg="modSp">
        <pc:chgData name="Arpita Roy" userId="S::arpita@edunetfoundation.org::1a89f5ea-4173-41b8-bbd3-e7bd3860e0db" providerId="AD" clId="Web-{2AA30101-1767-7510-A38B-1A07E258EEC9}" dt="2024-09-12T11:01:33.575" v="11"/>
        <pc:sldMkLst>
          <pc:docMk/>
          <pc:sldMk cId="2277255098" sldId="268"/>
        </pc:sldMkLst>
        <pc:spChg chg="mod">
          <ac:chgData name="Arpita Roy" userId="S::arpita@edunetfoundation.org::1a89f5ea-4173-41b8-bbd3-e7bd3860e0db" providerId="AD" clId="Web-{2AA30101-1767-7510-A38B-1A07E258EEC9}" dt="2024-09-12T11:01:33.575" v="11"/>
          <ac:spMkLst>
            <pc:docMk/>
            <pc:sldMk cId="2277255098" sldId="268"/>
            <ac:spMk id="18" creationId="{2AEFFFF2-9EB4-4B6C-B9F8-2BA3EF89A21C}"/>
          </ac:spMkLst>
        </pc:spChg>
      </pc:sldChg>
      <pc:sldChg chg="modSp">
        <pc:chgData name="Arpita Roy" userId="S::arpita@edunetfoundation.org::1a89f5ea-4173-41b8-bbd3-e7bd3860e0db" providerId="AD" clId="Web-{2AA30101-1767-7510-A38B-1A07E258EEC9}" dt="2024-09-12T10:54:12.181" v="10" actId="20577"/>
        <pc:sldMkLst>
          <pc:docMk/>
          <pc:sldMk cId="2900703761" sldId="269"/>
        </pc:sldMkLst>
        <pc:spChg chg="mod">
          <ac:chgData name="Arpita Roy" userId="S::arpita@edunetfoundation.org::1a89f5ea-4173-41b8-bbd3-e7bd3860e0db" providerId="AD" clId="Web-{2AA30101-1767-7510-A38B-1A07E258EEC9}" dt="2024-09-12T10:54:12.181" v="10" actId="20577"/>
          <ac:spMkLst>
            <pc:docMk/>
            <pc:sldMk cId="2900703761" sldId="269"/>
            <ac:spMk id="2" creationId="{9B5131FA-8D36-492B-8E16-2BB465AADDDF}"/>
          </ac:spMkLst>
        </pc:spChg>
      </pc:sldChg>
      <pc:sldChg chg="modSp">
        <pc:chgData name="Arpita Roy" userId="S::arpita@edunetfoundation.org::1a89f5ea-4173-41b8-bbd3-e7bd3860e0db" providerId="AD" clId="Web-{2AA30101-1767-7510-A38B-1A07E258EEC9}" dt="2024-09-12T11:01:42.653" v="12"/>
        <pc:sldMkLst>
          <pc:docMk/>
          <pc:sldMk cId="2883350127" sldId="270"/>
        </pc:sldMkLst>
        <pc:spChg chg="mod">
          <ac:chgData name="Arpita Roy" userId="S::arpita@edunetfoundation.org::1a89f5ea-4173-41b8-bbd3-e7bd3860e0db" providerId="AD" clId="Web-{2AA30101-1767-7510-A38B-1A07E258EEC9}" dt="2024-09-12T11:01:42.653" v="12"/>
          <ac:spMkLst>
            <pc:docMk/>
            <pc:sldMk cId="2883350127" sldId="270"/>
            <ac:spMk id="20" creationId="{4E866FF9-A729-45F0-A163-10E89E871602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Relationship Id="rId4" Type="http://schemas.openxmlformats.org/officeDocument/2006/relationships/image" Target="../media/image4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F6A618-09FA-4FA9-896D-79F33E5C14FB}" type="doc">
      <dgm:prSet loTypeId="urn:microsoft.com/office/officeart/2005/8/layout/vList5" loCatId="list" qsTypeId="urn:microsoft.com/office/officeart/2005/8/quickstyle/simple1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0D63C321-B6BF-4F44-8460-059C4DB479A8}" type="pres">
      <dgm:prSet presAssocID="{21F6A618-09FA-4FA9-896D-79F33E5C14FB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</dgm:ptLst>
  <dgm:cxnLst>
    <dgm:cxn modelId="{1BD35A9B-9895-054D-B983-D76CB588D357}" type="presOf" srcId="{21F6A618-09FA-4FA9-896D-79F33E5C14FB}" destId="{0D63C321-B6BF-4F44-8460-059C4DB479A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990C0E-385A-46E1-A872-03852ADA83AA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6E1FD2-C312-44E0-8D4F-62D0B25DEF3D}">
      <dgm:prSet custT="1"/>
      <dgm:spPr>
        <a:solidFill>
          <a:schemeClr val="accent1">
            <a:lumMod val="20000"/>
            <a:lumOff val="80000"/>
            <a:alpha val="40000"/>
          </a:schemeClr>
        </a:solidFill>
      </dgm:spPr>
      <dgm:t>
        <a:bodyPr/>
        <a:lstStyle/>
        <a:p>
          <a:r>
            <a:rPr lang="en-IN" sz="2000" dirty="0" err="1" smtClean="0">
              <a:solidFill>
                <a:schemeClr val="tx2">
                  <a:lumMod val="50000"/>
                </a:schemeClr>
              </a:solidFill>
            </a:rPr>
            <a:t>Anchal</a:t>
          </a:r>
          <a:endParaRPr lang="en-US" sz="2000" dirty="0">
            <a:solidFill>
              <a:schemeClr val="tx2">
                <a:lumMod val="50000"/>
              </a:schemeClr>
            </a:solidFill>
          </a:endParaRPr>
        </a:p>
      </dgm:t>
    </dgm:pt>
    <dgm:pt modelId="{44F95057-5241-437B-867E-E88C19DED002}" type="parTrans" cxnId="{B83602C7-9F62-4F8B-A8CB-890C8908B36E}">
      <dgm:prSet/>
      <dgm:spPr/>
      <dgm:t>
        <a:bodyPr/>
        <a:lstStyle/>
        <a:p>
          <a:endParaRPr lang="en-US"/>
        </a:p>
      </dgm:t>
    </dgm:pt>
    <dgm:pt modelId="{7161A157-77DD-4654-83AD-85053500904D}" type="sibTrans" cxnId="{B83602C7-9F62-4F8B-A8CB-890C8908B36E}">
      <dgm:prSet/>
      <dgm:spPr/>
      <dgm:t>
        <a:bodyPr/>
        <a:lstStyle/>
        <a:p>
          <a:endParaRPr lang="en-US"/>
        </a:p>
      </dgm:t>
    </dgm:pt>
    <dgm:pt modelId="{52DFE429-4D8F-4E83-8247-35E3D421C5BC}">
      <dgm:prSet custT="1"/>
      <dgm:spPr/>
      <dgm:t>
        <a:bodyPr/>
        <a:lstStyle/>
        <a:p>
          <a:r>
            <a:rPr lang="en-IN" sz="2000" dirty="0" err="1" smtClean="0">
              <a:solidFill>
                <a:schemeClr val="tx2">
                  <a:lumMod val="50000"/>
                </a:schemeClr>
              </a:solidFill>
            </a:rPr>
            <a:t>Jyoti</a:t>
          </a:r>
          <a:endParaRPr lang="en-US" sz="2000" dirty="0">
            <a:solidFill>
              <a:schemeClr val="tx2">
                <a:lumMod val="50000"/>
              </a:schemeClr>
            </a:solidFill>
          </a:endParaRPr>
        </a:p>
      </dgm:t>
    </dgm:pt>
    <dgm:pt modelId="{29178585-482F-44F1-8411-EEE4FEB0A18B}" type="parTrans" cxnId="{48BC4E36-219E-4C17-9D2E-465B191DCFE4}">
      <dgm:prSet/>
      <dgm:spPr/>
      <dgm:t>
        <a:bodyPr/>
        <a:lstStyle/>
        <a:p>
          <a:endParaRPr lang="en-US"/>
        </a:p>
      </dgm:t>
    </dgm:pt>
    <dgm:pt modelId="{8E98556B-D954-4E58-94F6-DB98180A4585}" type="sibTrans" cxnId="{48BC4E36-219E-4C17-9D2E-465B191DCFE4}">
      <dgm:prSet/>
      <dgm:spPr/>
      <dgm:t>
        <a:bodyPr/>
        <a:lstStyle/>
        <a:p>
          <a:endParaRPr lang="en-US"/>
        </a:p>
      </dgm:t>
    </dgm:pt>
    <dgm:pt modelId="{6E9E8653-8BC8-4C52-A35B-2769E502392D}">
      <dgm:prSet custT="1"/>
      <dgm:spPr/>
      <dgm:t>
        <a:bodyPr/>
        <a:lstStyle/>
        <a:p>
          <a:r>
            <a:rPr lang="en-IN" sz="2000" dirty="0" err="1" smtClean="0">
              <a:solidFill>
                <a:schemeClr val="tx2">
                  <a:lumMod val="50000"/>
                </a:schemeClr>
              </a:solidFill>
            </a:rPr>
            <a:t>Anuradha</a:t>
          </a:r>
          <a:endParaRPr lang="en-US" sz="2000" dirty="0">
            <a:solidFill>
              <a:schemeClr val="tx2">
                <a:lumMod val="50000"/>
              </a:schemeClr>
            </a:solidFill>
          </a:endParaRPr>
        </a:p>
      </dgm:t>
    </dgm:pt>
    <dgm:pt modelId="{82B45140-462E-4C8B-9B25-E35F1EF90BB3}" type="parTrans" cxnId="{BE2EDDE4-F6AF-4ADF-B7B8-8B53B7B8A88E}">
      <dgm:prSet/>
      <dgm:spPr/>
      <dgm:t>
        <a:bodyPr/>
        <a:lstStyle/>
        <a:p>
          <a:endParaRPr lang="en-US"/>
        </a:p>
      </dgm:t>
    </dgm:pt>
    <dgm:pt modelId="{BC7146B3-9BDF-4553-B199-2DB02A9555FA}" type="sibTrans" cxnId="{BE2EDDE4-F6AF-4ADF-B7B8-8B53B7B8A88E}">
      <dgm:prSet/>
      <dgm:spPr/>
      <dgm:t>
        <a:bodyPr/>
        <a:lstStyle/>
        <a:p>
          <a:endParaRPr lang="en-US"/>
        </a:p>
      </dgm:t>
    </dgm:pt>
    <dgm:pt modelId="{A1F4593A-63D0-42D9-8664-58C36CAF2C13}">
      <dgm:prSet custT="1"/>
      <dgm:spPr/>
      <dgm:t>
        <a:bodyPr/>
        <a:lstStyle/>
        <a:p>
          <a:r>
            <a:rPr lang="en-IN" sz="2000" dirty="0" err="1" smtClean="0">
              <a:solidFill>
                <a:schemeClr val="tx1">
                  <a:lumMod val="95000"/>
                  <a:lumOff val="5000"/>
                </a:schemeClr>
              </a:solidFill>
            </a:rPr>
            <a:t>Mahima</a:t>
          </a:r>
          <a:endParaRPr lang="en-US" sz="2000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9E62E5F5-4180-43BA-94E5-A93CA903CBDE}" type="parTrans" cxnId="{F903AA03-30E0-4EE0-8539-3BC273F6D75B}">
      <dgm:prSet/>
      <dgm:spPr/>
      <dgm:t>
        <a:bodyPr/>
        <a:lstStyle/>
        <a:p>
          <a:endParaRPr lang="en-US"/>
        </a:p>
      </dgm:t>
    </dgm:pt>
    <dgm:pt modelId="{43EB3D60-2164-4D24-99E6-B02D2AEDF85E}" type="sibTrans" cxnId="{F903AA03-30E0-4EE0-8539-3BC273F6D75B}">
      <dgm:prSet/>
      <dgm:spPr/>
      <dgm:t>
        <a:bodyPr/>
        <a:lstStyle/>
        <a:p>
          <a:endParaRPr lang="en-US"/>
        </a:p>
      </dgm:t>
    </dgm:pt>
    <dgm:pt modelId="{E51EB8E7-DD72-46C1-B39A-364CA3CDCF01}" type="pres">
      <dgm:prSet presAssocID="{D4990C0E-385A-46E1-A872-03852ADA83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283DD1-F684-445E-A8B5-7FFD75260CAB}" type="pres">
      <dgm:prSet presAssocID="{2A6E1FD2-C312-44E0-8D4F-62D0B25DEF3D}" presName="composite" presStyleCnt="0"/>
      <dgm:spPr/>
    </dgm:pt>
    <dgm:pt modelId="{31B2C2FD-2E8E-46DF-BBEC-7E89A21861D6}" type="pres">
      <dgm:prSet presAssocID="{2A6E1FD2-C312-44E0-8D4F-62D0B25DEF3D}" presName="rect1" presStyleLbl="bgShp" presStyleIdx="0" presStyleCnt="4" custScaleX="136557" custScaleY="138670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244603A0-6E4C-43F7-8EA3-82CF4D464933}" type="pres">
      <dgm:prSet presAssocID="{2A6E1FD2-C312-44E0-8D4F-62D0B25DEF3D}" presName="rect2" presStyleLbl="trBgShp" presStyleIdx="0" presStyleCnt="4" custScaleX="133053" custLinFactNeighborX="-1313" custLinFactNeighborY="861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2170CC-365C-4198-8C12-0919EB3DC229}" type="pres">
      <dgm:prSet presAssocID="{7161A157-77DD-4654-83AD-85053500904D}" presName="sibTrans" presStyleCnt="0"/>
      <dgm:spPr/>
    </dgm:pt>
    <dgm:pt modelId="{53FF62FF-A0A1-4EA0-9B3D-C59EDFD13FC9}" type="pres">
      <dgm:prSet presAssocID="{52DFE429-4D8F-4E83-8247-35E3D421C5BC}" presName="composite" presStyleCnt="0"/>
      <dgm:spPr/>
    </dgm:pt>
    <dgm:pt modelId="{0205B927-6FCD-48F4-B5CB-61E08D0B1DC7}" type="pres">
      <dgm:prSet presAssocID="{52DFE429-4D8F-4E83-8247-35E3D421C5BC}" presName="rect1" presStyleLbl="bgShp" presStyleIdx="1" presStyleCnt="4" custScaleX="146439" custScaleY="13602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34000" b="-34000"/>
          </a:stretch>
        </a:blipFill>
      </dgm:spPr>
      <dgm:t>
        <a:bodyPr/>
        <a:lstStyle/>
        <a:p>
          <a:endParaRPr lang="en-US"/>
        </a:p>
      </dgm:t>
    </dgm:pt>
    <dgm:pt modelId="{1C170DB8-1B1C-4904-A41A-141F44C4B928}" type="pres">
      <dgm:prSet presAssocID="{52DFE429-4D8F-4E83-8247-35E3D421C5BC}" presName="rect2" presStyleLbl="trBgShp" presStyleIdx="1" presStyleCnt="4" custScaleX="144737" custLinFactNeighborX="1336" custLinFactNeighborY="811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C86206A-F1F4-4413-9358-F5DB48E5964D}" type="pres">
      <dgm:prSet presAssocID="{8E98556B-D954-4E58-94F6-DB98180A4585}" presName="sibTrans" presStyleCnt="0"/>
      <dgm:spPr/>
    </dgm:pt>
    <dgm:pt modelId="{D33AF38E-8E2B-494E-8442-160A35084E7D}" type="pres">
      <dgm:prSet presAssocID="{6E9E8653-8BC8-4C52-A35B-2769E502392D}" presName="composite" presStyleCnt="0"/>
      <dgm:spPr/>
    </dgm:pt>
    <dgm:pt modelId="{21CA5776-F04D-4D27-BE76-A00E5A36C5E0}" type="pres">
      <dgm:prSet presAssocID="{6E9E8653-8BC8-4C52-A35B-2769E502392D}" presName="rect1" presStyleLbl="bgShp" presStyleIdx="2" presStyleCnt="4" custScaleX="143835" custScaleY="129512" custLinFactNeighborX="-26515" custLinFactNeighborY="-721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</dgm:spPr>
      <dgm:t>
        <a:bodyPr/>
        <a:lstStyle/>
        <a:p>
          <a:endParaRPr lang="en-US"/>
        </a:p>
      </dgm:t>
    </dgm:pt>
    <dgm:pt modelId="{AB53B20B-C6D5-4022-A9C6-6CE1E16884D9}" type="pres">
      <dgm:prSet presAssocID="{6E9E8653-8BC8-4C52-A35B-2769E502392D}" presName="rect2" presStyleLbl="trBgShp" presStyleIdx="2" presStyleCnt="4" custScaleX="130041" custScaleY="95477" custLinFactNeighborX="-22416" custLinFactNeighborY="2358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9BCE0A-145D-43BD-BE5E-B019602B8CF4}" type="pres">
      <dgm:prSet presAssocID="{BC7146B3-9BDF-4553-B199-2DB02A9555FA}" presName="sibTrans" presStyleCnt="0"/>
      <dgm:spPr/>
    </dgm:pt>
    <dgm:pt modelId="{AE8FB2BF-E2E5-4304-BFFA-E38E960B35B3}" type="pres">
      <dgm:prSet presAssocID="{A1F4593A-63D0-42D9-8664-58C36CAF2C13}" presName="composite" presStyleCnt="0"/>
      <dgm:spPr/>
    </dgm:pt>
    <dgm:pt modelId="{195559A7-AD80-4976-A6E3-13710BA98B71}" type="pres">
      <dgm:prSet presAssocID="{A1F4593A-63D0-42D9-8664-58C36CAF2C13}" presName="rect1" presStyleLbl="bgShp" presStyleIdx="3" presStyleCnt="4" custScaleX="128166" custScaleY="133372" custLinFactNeighborX="-79" custLinFactNeighborY="-733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  <dgm:t>
        <a:bodyPr/>
        <a:lstStyle/>
        <a:p>
          <a:endParaRPr lang="en-US"/>
        </a:p>
      </dgm:t>
    </dgm:pt>
    <dgm:pt modelId="{8D7B03B8-B727-4DB5-ADEC-DDBD2B38903B}" type="pres">
      <dgm:prSet presAssocID="{A1F4593A-63D0-42D9-8664-58C36CAF2C13}" presName="rect2" presStyleLbl="trBgShp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17E200-38D1-4290-979E-C41F12AD193F}" type="presOf" srcId="{A1F4593A-63D0-42D9-8664-58C36CAF2C13}" destId="{8D7B03B8-B727-4DB5-ADEC-DDBD2B38903B}" srcOrd="0" destOrd="0" presId="urn:microsoft.com/office/officeart/2008/layout/BendingPictureSemiTransparentText"/>
    <dgm:cxn modelId="{B83602C7-9F62-4F8B-A8CB-890C8908B36E}" srcId="{D4990C0E-385A-46E1-A872-03852ADA83AA}" destId="{2A6E1FD2-C312-44E0-8D4F-62D0B25DEF3D}" srcOrd="0" destOrd="0" parTransId="{44F95057-5241-437B-867E-E88C19DED002}" sibTransId="{7161A157-77DD-4654-83AD-85053500904D}"/>
    <dgm:cxn modelId="{1F96EBE2-BD2C-45F6-A051-87CF3807C652}" type="presOf" srcId="{D4990C0E-385A-46E1-A872-03852ADA83AA}" destId="{E51EB8E7-DD72-46C1-B39A-364CA3CDCF01}" srcOrd="0" destOrd="0" presId="urn:microsoft.com/office/officeart/2008/layout/BendingPictureSemiTransparentText"/>
    <dgm:cxn modelId="{48BC4E36-219E-4C17-9D2E-465B191DCFE4}" srcId="{D4990C0E-385A-46E1-A872-03852ADA83AA}" destId="{52DFE429-4D8F-4E83-8247-35E3D421C5BC}" srcOrd="1" destOrd="0" parTransId="{29178585-482F-44F1-8411-EEE4FEB0A18B}" sibTransId="{8E98556B-D954-4E58-94F6-DB98180A4585}"/>
    <dgm:cxn modelId="{858611F9-94F1-4024-A18B-1F3D86E2603F}" type="presOf" srcId="{6E9E8653-8BC8-4C52-A35B-2769E502392D}" destId="{AB53B20B-C6D5-4022-A9C6-6CE1E16884D9}" srcOrd="0" destOrd="0" presId="urn:microsoft.com/office/officeart/2008/layout/BendingPictureSemiTransparentText"/>
    <dgm:cxn modelId="{E1AD0998-6955-4600-8AB9-8264374B576C}" type="presOf" srcId="{52DFE429-4D8F-4E83-8247-35E3D421C5BC}" destId="{1C170DB8-1B1C-4904-A41A-141F44C4B928}" srcOrd="0" destOrd="0" presId="urn:microsoft.com/office/officeart/2008/layout/BendingPictureSemiTransparentText"/>
    <dgm:cxn modelId="{EBC72601-4ED0-4858-ACCE-246747221301}" type="presOf" srcId="{2A6E1FD2-C312-44E0-8D4F-62D0B25DEF3D}" destId="{244603A0-6E4C-43F7-8EA3-82CF4D464933}" srcOrd="0" destOrd="0" presId="urn:microsoft.com/office/officeart/2008/layout/BendingPictureSemiTransparentText"/>
    <dgm:cxn modelId="{BE2EDDE4-F6AF-4ADF-B7B8-8B53B7B8A88E}" srcId="{D4990C0E-385A-46E1-A872-03852ADA83AA}" destId="{6E9E8653-8BC8-4C52-A35B-2769E502392D}" srcOrd="2" destOrd="0" parTransId="{82B45140-462E-4C8B-9B25-E35F1EF90BB3}" sibTransId="{BC7146B3-9BDF-4553-B199-2DB02A9555FA}"/>
    <dgm:cxn modelId="{F903AA03-30E0-4EE0-8539-3BC273F6D75B}" srcId="{D4990C0E-385A-46E1-A872-03852ADA83AA}" destId="{A1F4593A-63D0-42D9-8664-58C36CAF2C13}" srcOrd="3" destOrd="0" parTransId="{9E62E5F5-4180-43BA-94E5-A93CA903CBDE}" sibTransId="{43EB3D60-2164-4D24-99E6-B02D2AEDF85E}"/>
    <dgm:cxn modelId="{40F84F1F-5198-4E65-83DD-8C930DCA02B4}" type="presParOf" srcId="{E51EB8E7-DD72-46C1-B39A-364CA3CDCF01}" destId="{9B283DD1-F684-445E-A8B5-7FFD75260CAB}" srcOrd="0" destOrd="0" presId="urn:microsoft.com/office/officeart/2008/layout/BendingPictureSemiTransparentText"/>
    <dgm:cxn modelId="{C568537B-413C-4D48-8D09-EE659F3ACABE}" type="presParOf" srcId="{9B283DD1-F684-445E-A8B5-7FFD75260CAB}" destId="{31B2C2FD-2E8E-46DF-BBEC-7E89A21861D6}" srcOrd="0" destOrd="0" presId="urn:microsoft.com/office/officeart/2008/layout/BendingPictureSemiTransparentText"/>
    <dgm:cxn modelId="{CD838BCD-833B-454F-9575-AF1B7787557A}" type="presParOf" srcId="{9B283DD1-F684-445E-A8B5-7FFD75260CAB}" destId="{244603A0-6E4C-43F7-8EA3-82CF4D464933}" srcOrd="1" destOrd="0" presId="urn:microsoft.com/office/officeart/2008/layout/BendingPictureSemiTransparentText"/>
    <dgm:cxn modelId="{DD7316F3-C12D-4800-9229-BBD6C0E0CA74}" type="presParOf" srcId="{E51EB8E7-DD72-46C1-B39A-364CA3CDCF01}" destId="{202170CC-365C-4198-8C12-0919EB3DC229}" srcOrd="1" destOrd="0" presId="urn:microsoft.com/office/officeart/2008/layout/BendingPictureSemiTransparentText"/>
    <dgm:cxn modelId="{C370489E-C397-4B77-8F76-3BBC0166E5B0}" type="presParOf" srcId="{E51EB8E7-DD72-46C1-B39A-364CA3CDCF01}" destId="{53FF62FF-A0A1-4EA0-9B3D-C59EDFD13FC9}" srcOrd="2" destOrd="0" presId="urn:microsoft.com/office/officeart/2008/layout/BendingPictureSemiTransparentText"/>
    <dgm:cxn modelId="{914AA82B-E000-4EE7-87D5-73A5FB684C07}" type="presParOf" srcId="{53FF62FF-A0A1-4EA0-9B3D-C59EDFD13FC9}" destId="{0205B927-6FCD-48F4-B5CB-61E08D0B1DC7}" srcOrd="0" destOrd="0" presId="urn:microsoft.com/office/officeart/2008/layout/BendingPictureSemiTransparentText"/>
    <dgm:cxn modelId="{FA4A7E8C-462E-425A-931B-9ACD0DA6658C}" type="presParOf" srcId="{53FF62FF-A0A1-4EA0-9B3D-C59EDFD13FC9}" destId="{1C170DB8-1B1C-4904-A41A-141F44C4B928}" srcOrd="1" destOrd="0" presId="urn:microsoft.com/office/officeart/2008/layout/BendingPictureSemiTransparentText"/>
    <dgm:cxn modelId="{7A60C501-11FE-453E-8C54-28D8D23AFC88}" type="presParOf" srcId="{E51EB8E7-DD72-46C1-B39A-364CA3CDCF01}" destId="{FC86206A-F1F4-4413-9358-F5DB48E5964D}" srcOrd="3" destOrd="0" presId="urn:microsoft.com/office/officeart/2008/layout/BendingPictureSemiTransparentText"/>
    <dgm:cxn modelId="{46A835FD-93A9-4CCA-B712-5CBB49C93B21}" type="presParOf" srcId="{E51EB8E7-DD72-46C1-B39A-364CA3CDCF01}" destId="{D33AF38E-8E2B-494E-8442-160A35084E7D}" srcOrd="4" destOrd="0" presId="urn:microsoft.com/office/officeart/2008/layout/BendingPictureSemiTransparentText"/>
    <dgm:cxn modelId="{44CEE286-A7D4-48B0-B2E3-AAB6E4DFB9F9}" type="presParOf" srcId="{D33AF38E-8E2B-494E-8442-160A35084E7D}" destId="{21CA5776-F04D-4D27-BE76-A00E5A36C5E0}" srcOrd="0" destOrd="0" presId="urn:microsoft.com/office/officeart/2008/layout/BendingPictureSemiTransparentText"/>
    <dgm:cxn modelId="{1B5879DB-70C7-43A8-B2A0-91AC44A40FDE}" type="presParOf" srcId="{D33AF38E-8E2B-494E-8442-160A35084E7D}" destId="{AB53B20B-C6D5-4022-A9C6-6CE1E16884D9}" srcOrd="1" destOrd="0" presId="urn:microsoft.com/office/officeart/2008/layout/BendingPictureSemiTransparentText"/>
    <dgm:cxn modelId="{F32898CE-15A4-46EE-BE98-46F0D5985407}" type="presParOf" srcId="{E51EB8E7-DD72-46C1-B39A-364CA3CDCF01}" destId="{7A9BCE0A-145D-43BD-BE5E-B019602B8CF4}" srcOrd="5" destOrd="0" presId="urn:microsoft.com/office/officeart/2008/layout/BendingPictureSemiTransparentText"/>
    <dgm:cxn modelId="{ECD225DE-58C8-4550-807C-B3C23A1E6C9F}" type="presParOf" srcId="{E51EB8E7-DD72-46C1-B39A-364CA3CDCF01}" destId="{AE8FB2BF-E2E5-4304-BFFA-E38E960B35B3}" srcOrd="6" destOrd="0" presId="urn:microsoft.com/office/officeart/2008/layout/BendingPictureSemiTransparentText"/>
    <dgm:cxn modelId="{880FD788-2B09-4B27-851A-B0D65193BF89}" type="presParOf" srcId="{AE8FB2BF-E2E5-4304-BFFA-E38E960B35B3}" destId="{195559A7-AD80-4976-A6E3-13710BA98B71}" srcOrd="0" destOrd="0" presId="urn:microsoft.com/office/officeart/2008/layout/BendingPictureSemiTransparentText"/>
    <dgm:cxn modelId="{0F89B4B2-43EE-4CFE-9937-8ADEE0BB9FAB}" type="presParOf" srcId="{AE8FB2BF-E2E5-4304-BFFA-E38E960B35B3}" destId="{8D7B03B8-B727-4DB5-ADEC-DDBD2B38903B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xmlns="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4990C0E-385A-46E1-A872-03852ADA83AA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DFE429-4D8F-4E83-8247-35E3D421C5BC}">
      <dgm:prSet custT="1"/>
      <dgm:spPr/>
      <dgm:t>
        <a:bodyPr/>
        <a:lstStyle/>
        <a:p>
          <a:r>
            <a:rPr lang="en-IN" sz="2400" dirty="0" smtClean="0">
              <a:solidFill>
                <a:schemeClr val="tx2">
                  <a:lumMod val="50000"/>
                </a:schemeClr>
              </a:solidFill>
            </a:rPr>
            <a:t>Mansi </a:t>
          </a:r>
          <a:r>
            <a:rPr lang="en-IN" sz="2400" dirty="0" err="1" smtClean="0">
              <a:solidFill>
                <a:schemeClr val="tx2">
                  <a:lumMod val="50000"/>
                </a:schemeClr>
              </a:solidFill>
            </a:rPr>
            <a:t>Karnatak</a:t>
          </a:r>
          <a:endParaRPr lang="en-US" sz="2400" dirty="0">
            <a:solidFill>
              <a:schemeClr val="tx2">
                <a:lumMod val="50000"/>
              </a:schemeClr>
            </a:solidFill>
          </a:endParaRPr>
        </a:p>
      </dgm:t>
    </dgm:pt>
    <dgm:pt modelId="{29178585-482F-44F1-8411-EEE4FEB0A18B}" type="parTrans" cxnId="{48BC4E36-219E-4C17-9D2E-465B191DCFE4}">
      <dgm:prSet/>
      <dgm:spPr/>
      <dgm:t>
        <a:bodyPr/>
        <a:lstStyle/>
        <a:p>
          <a:endParaRPr lang="en-US"/>
        </a:p>
      </dgm:t>
    </dgm:pt>
    <dgm:pt modelId="{8E98556B-D954-4E58-94F6-DB98180A4585}" type="sibTrans" cxnId="{48BC4E36-219E-4C17-9D2E-465B191DCFE4}">
      <dgm:prSet/>
      <dgm:spPr/>
      <dgm:t>
        <a:bodyPr/>
        <a:lstStyle/>
        <a:p>
          <a:endParaRPr lang="en-US"/>
        </a:p>
      </dgm:t>
    </dgm:pt>
    <dgm:pt modelId="{E51EB8E7-DD72-46C1-B39A-364CA3CDCF01}" type="pres">
      <dgm:prSet presAssocID="{D4990C0E-385A-46E1-A872-03852ADA83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3FF62FF-A0A1-4EA0-9B3D-C59EDFD13FC9}" type="pres">
      <dgm:prSet presAssocID="{52DFE429-4D8F-4E83-8247-35E3D421C5BC}" presName="composite" presStyleCnt="0"/>
      <dgm:spPr/>
    </dgm:pt>
    <dgm:pt modelId="{0205B927-6FCD-48F4-B5CB-61E08D0B1DC7}" type="pres">
      <dgm:prSet presAssocID="{52DFE429-4D8F-4E83-8247-35E3D421C5BC}" presName="rect1" presStyleLbl="bgShp" presStyleIdx="0" presStyleCnt="1" custScaleX="119837" custLinFactNeighborX="-3129" custLinFactNeighborY="-23590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1C170DB8-1B1C-4904-A41A-141F44C4B928}" type="pres">
      <dgm:prSet presAssocID="{52DFE429-4D8F-4E83-8247-35E3D421C5BC}" presName="rect2" presStyleLbl="trBgShp" presStyleIdx="0" presStyleCnt="1" custScaleX="119901" custScaleY="83602" custLinFactNeighborX="4987" custLinFactNeighborY="766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8BC4E36-219E-4C17-9D2E-465B191DCFE4}" srcId="{D4990C0E-385A-46E1-A872-03852ADA83AA}" destId="{52DFE429-4D8F-4E83-8247-35E3D421C5BC}" srcOrd="0" destOrd="0" parTransId="{29178585-482F-44F1-8411-EEE4FEB0A18B}" sibTransId="{8E98556B-D954-4E58-94F6-DB98180A4585}"/>
    <dgm:cxn modelId="{E1AD0998-6955-4600-8AB9-8264374B576C}" type="presOf" srcId="{52DFE429-4D8F-4E83-8247-35E3D421C5BC}" destId="{1C170DB8-1B1C-4904-A41A-141F44C4B928}" srcOrd="0" destOrd="0" presId="urn:microsoft.com/office/officeart/2008/layout/BendingPictureSemiTransparentText"/>
    <dgm:cxn modelId="{1F96EBE2-BD2C-45F6-A051-87CF3807C652}" type="presOf" srcId="{D4990C0E-385A-46E1-A872-03852ADA83AA}" destId="{E51EB8E7-DD72-46C1-B39A-364CA3CDCF01}" srcOrd="0" destOrd="0" presId="urn:microsoft.com/office/officeart/2008/layout/BendingPictureSemiTransparentText"/>
    <dgm:cxn modelId="{C370489E-C397-4B77-8F76-3BBC0166E5B0}" type="presParOf" srcId="{E51EB8E7-DD72-46C1-B39A-364CA3CDCF01}" destId="{53FF62FF-A0A1-4EA0-9B3D-C59EDFD13FC9}" srcOrd="0" destOrd="0" presId="urn:microsoft.com/office/officeart/2008/layout/BendingPictureSemiTransparentText"/>
    <dgm:cxn modelId="{914AA82B-E000-4EE7-87D5-73A5FB684C07}" type="presParOf" srcId="{53FF62FF-A0A1-4EA0-9B3D-C59EDFD13FC9}" destId="{0205B927-6FCD-48F4-B5CB-61E08D0B1DC7}" srcOrd="0" destOrd="0" presId="urn:microsoft.com/office/officeart/2008/layout/BendingPictureSemiTransparentText"/>
    <dgm:cxn modelId="{FA4A7E8C-462E-425A-931B-9ACD0DA6658C}" type="presParOf" srcId="{53FF62FF-A0A1-4EA0-9B3D-C59EDFD13FC9}" destId="{1C170DB8-1B1C-4904-A41A-141F44C4B928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xmlns="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31B2C2FD-2E8E-46DF-BBEC-7E89A21861D6}">
      <dsp:nvSpPr>
        <dsp:cNvPr id="0" name=""/>
        <dsp:cNvSpPr/>
      </dsp:nvSpPr>
      <dsp:spPr>
        <a:xfrm>
          <a:off x="2027" y="699977"/>
          <a:ext cx="2234633" cy="1944982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603A0-6E4C-43F7-8EA3-82CF4D464933}">
      <dsp:nvSpPr>
        <dsp:cNvPr id="0" name=""/>
        <dsp:cNvSpPr/>
      </dsp:nvSpPr>
      <dsp:spPr>
        <a:xfrm>
          <a:off x="9210" y="2243012"/>
          <a:ext cx="2177293" cy="336623"/>
        </a:xfrm>
        <a:prstGeom prst="rect">
          <a:avLst/>
        </a:prstGeom>
        <a:solidFill>
          <a:schemeClr val="accent1">
            <a:lumMod val="20000"/>
            <a:lumOff val="80000"/>
            <a:alpha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err="1" smtClean="0">
              <a:solidFill>
                <a:schemeClr val="tx2">
                  <a:lumMod val="50000"/>
                </a:schemeClr>
              </a:solidFill>
            </a:rPr>
            <a:t>Anchal</a:t>
          </a:r>
          <a:endParaRPr lang="en-US" sz="20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9210" y="2243012"/>
        <a:ext cx="2177293" cy="336623"/>
      </dsp:txXfrm>
    </dsp:sp>
    <dsp:sp modelId="{0205B927-6FCD-48F4-B5CB-61E08D0B1DC7}">
      <dsp:nvSpPr>
        <dsp:cNvPr id="0" name=""/>
        <dsp:cNvSpPr/>
      </dsp:nvSpPr>
      <dsp:spPr>
        <a:xfrm>
          <a:off x="2403569" y="718540"/>
          <a:ext cx="2396343" cy="1907855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34000" b="-3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0DB8-1B1C-4904-A41A-141F44C4B928}">
      <dsp:nvSpPr>
        <dsp:cNvPr id="0" name=""/>
        <dsp:cNvSpPr/>
      </dsp:nvSpPr>
      <dsp:spPr>
        <a:xfrm>
          <a:off x="2433448" y="2226275"/>
          <a:ext cx="2368491" cy="336623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err="1" smtClean="0">
              <a:solidFill>
                <a:schemeClr val="tx2">
                  <a:lumMod val="50000"/>
                </a:schemeClr>
              </a:solidFill>
            </a:rPr>
            <a:t>Jyoti</a:t>
          </a:r>
          <a:endParaRPr lang="en-US" sz="20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2433448" y="2226275"/>
        <a:ext cx="2368491" cy="336623"/>
      </dsp:txXfrm>
    </dsp:sp>
    <dsp:sp modelId="{21CA5776-F04D-4D27-BE76-A00E5A36C5E0}">
      <dsp:nvSpPr>
        <dsp:cNvPr id="0" name=""/>
        <dsp:cNvSpPr/>
      </dsp:nvSpPr>
      <dsp:spPr>
        <a:xfrm>
          <a:off x="0" y="2734459"/>
          <a:ext cx="2353731" cy="1816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3B20B-C6D5-4022-A9C6-6CE1E16884D9}">
      <dsp:nvSpPr>
        <dsp:cNvPr id="0" name=""/>
        <dsp:cNvSpPr/>
      </dsp:nvSpPr>
      <dsp:spPr>
        <a:xfrm>
          <a:off x="0" y="4111448"/>
          <a:ext cx="2128004" cy="321397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err="1" smtClean="0">
              <a:solidFill>
                <a:schemeClr val="tx2">
                  <a:lumMod val="50000"/>
                </a:schemeClr>
              </a:solidFill>
            </a:rPr>
            <a:t>Anuradha</a:t>
          </a:r>
          <a:endParaRPr lang="en-US" sz="20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0" y="4111448"/>
        <a:ext cx="2128004" cy="321397"/>
      </dsp:txXfrm>
    </dsp:sp>
    <dsp:sp modelId="{195559A7-AD80-4976-A6E3-13710BA98B71}">
      <dsp:nvSpPr>
        <dsp:cNvPr id="0" name=""/>
        <dsp:cNvSpPr/>
      </dsp:nvSpPr>
      <dsp:spPr>
        <a:xfrm>
          <a:off x="2611336" y="2705748"/>
          <a:ext cx="2097322" cy="1870672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7B03B8-B727-4DB5-ADEC-DDBD2B38903B}">
      <dsp:nvSpPr>
        <dsp:cNvPr id="0" name=""/>
        <dsp:cNvSpPr/>
      </dsp:nvSpPr>
      <dsp:spPr>
        <a:xfrm>
          <a:off x="2843084" y="4024456"/>
          <a:ext cx="1636410" cy="336623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 err="1" smtClean="0">
              <a:solidFill>
                <a:schemeClr val="tx1">
                  <a:lumMod val="95000"/>
                  <a:lumOff val="5000"/>
                </a:schemeClr>
              </a:solidFill>
            </a:rPr>
            <a:t>Mahima</a:t>
          </a:r>
          <a:endParaRPr lang="en-US" sz="20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843084" y="4024456"/>
        <a:ext cx="1636410" cy="33662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0205B927-6FCD-48F4-B5CB-61E08D0B1DC7}">
      <dsp:nvSpPr>
        <dsp:cNvPr id="0" name=""/>
        <dsp:cNvSpPr/>
      </dsp:nvSpPr>
      <dsp:spPr>
        <a:xfrm>
          <a:off x="0" y="0"/>
          <a:ext cx="2857666" cy="2043908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170DB8-1B1C-4904-A41A-141F44C4B928}">
      <dsp:nvSpPr>
        <dsp:cNvPr id="0" name=""/>
        <dsp:cNvSpPr/>
      </dsp:nvSpPr>
      <dsp:spPr>
        <a:xfrm>
          <a:off x="3087" y="2120143"/>
          <a:ext cx="2859193" cy="410099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>
              <a:solidFill>
                <a:schemeClr val="tx2">
                  <a:lumMod val="50000"/>
                </a:schemeClr>
              </a:solidFill>
            </a:rPr>
            <a:t>Mansi </a:t>
          </a:r>
          <a:r>
            <a:rPr lang="en-IN" sz="2400" kern="1200" dirty="0" err="1" smtClean="0">
              <a:solidFill>
                <a:schemeClr val="tx2">
                  <a:lumMod val="50000"/>
                </a:schemeClr>
              </a:solidFill>
            </a:rPr>
            <a:t>Karnatak</a:t>
          </a:r>
          <a:endParaRPr lang="en-US" sz="2400" kern="1200" dirty="0">
            <a:solidFill>
              <a:schemeClr val="tx2">
                <a:lumMod val="50000"/>
              </a:schemeClr>
            </a:solidFill>
          </a:endParaRPr>
        </a:p>
      </dsp:txBody>
      <dsp:txXfrm>
        <a:off x="3087" y="2120143"/>
        <a:ext cx="2859193" cy="410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35065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1225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3394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01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283436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3314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2716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06517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2252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4864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702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93068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rnatakmansi149/AI-Fruit-Freshness-Detecto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87D3A4E0-C908-4EA9-ABDF-E82AD6BDEF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15DF57-098C-4FCB-B7A8-E497E9B60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63323"/>
            <a:ext cx="8991600" cy="1692771"/>
          </a:xfrm>
        </p:spPr>
        <p:txBody>
          <a:bodyPr vert="horz" lIns="182880" tIns="182880" rIns="182880" bIns="182880" rtlCol="0">
            <a:normAutofit fontScale="90000"/>
          </a:bodyPr>
          <a:lstStyle/>
          <a:p>
            <a:r>
              <a:rPr lang="en-US" sz="5400" dirty="0" smtClean="0"/>
              <a:t>AI </a:t>
            </a:r>
            <a:r>
              <a:rPr lang="en-US" sz="5400" dirty="0" smtClean="0"/>
              <a:t>fruit Freshness </a:t>
            </a:r>
            <a:r>
              <a:rPr lang="en-US" sz="5400" dirty="0" smtClean="0"/>
              <a:t>Detector</a:t>
            </a:r>
            <a:endParaRPr lang="en-US" sz="5400" kern="1200" cap="all" spc="200" baseline="0" dirty="0"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80543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4E866FF9-A729-45F0-A163-10E89E87160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4738255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3C86B1-7C33-4A37-A176-9016ACFEE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681105"/>
            <a:ext cx="3401568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/>
          </a:bodyPr>
          <a:lstStyle/>
          <a:p>
            <a:r>
              <a:rPr lang="en-IN" sz="5400" dirty="0" smtClean="0">
                <a:latin typeface="Bauhaus 93" panose="04030905020B02020C02" pitchFamily="82" charset="0"/>
              </a:rPr>
              <a:t> </a:t>
            </a:r>
            <a:r>
              <a:rPr lang="en-IN" sz="4800" dirty="0" smtClean="0"/>
              <a:t>Team 4</a:t>
            </a:r>
            <a:endParaRPr lang="en-IN" sz="5400" dirty="0">
              <a:latin typeface="Bauhaus 93" panose="04030905020B02020C02" pitchFamily="82" charset="0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="" xmlns:a16="http://schemas.microsoft.com/office/drawing/2014/main" id="{A804366F-2366-4688-98E7-B101C7BC61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53278" y="0"/>
            <a:ext cx="7438722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="" xmlns:a16="http://schemas.microsoft.com/office/drawing/2014/main" id="{E2F6407E-AAD2-A4D5-4610-A42FBD9CB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325097247"/>
              </p:ext>
            </p:extLst>
          </p:nvPr>
        </p:nvGraphicFramePr>
        <p:xfrm>
          <a:off x="5397501" y="639763"/>
          <a:ext cx="6282310" cy="2567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="" xmlns:a16="http://schemas.microsoft.com/office/drawing/2014/main" id="{B8CED378-0A86-9823-1D3F-9B4061B1FE95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444858888"/>
              </p:ext>
            </p:extLst>
          </p:nvPr>
        </p:nvGraphicFramePr>
        <p:xfrm>
          <a:off x="7206559" y="2118510"/>
          <a:ext cx="4801940" cy="5379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="" xmlns:a16="http://schemas.microsoft.com/office/drawing/2014/main" id="{15E551B8-8529-0A54-59C7-8C5D4BFFE238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776210298"/>
              </p:ext>
            </p:extLst>
          </p:nvPr>
        </p:nvGraphicFramePr>
        <p:xfrm>
          <a:off x="8182946" y="180061"/>
          <a:ext cx="2862281" cy="2590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="" xmlns:p14="http://schemas.microsoft.com/office/powerpoint/2010/main" val="2883350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rgbClr val="4A53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=""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344" y="1402080"/>
            <a:ext cx="6325299" cy="514972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b="1" dirty="0"/>
              <a:t>Contribution of each team member in </a:t>
            </a:r>
            <a:r>
              <a:rPr lang="en-IN" sz="2000" b="1" dirty="0" smtClean="0"/>
              <a:t>project</a:t>
            </a:r>
          </a:p>
          <a:p>
            <a:pPr marL="0" indent="0">
              <a:buNone/>
            </a:pPr>
            <a:r>
              <a:rPr lang="en-US" sz="1600" b="1" dirty="0" smtClean="0"/>
              <a:t>Mansi (Leader + Coding):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Manages project planning, coordination, dataset handling, CNN model development, and final integration of the system.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b="1" dirty="0" smtClean="0"/>
              <a:t>Jyoti (Coding </a:t>
            </a:r>
            <a:r>
              <a:rPr lang="en-US" sz="1600" b="1" dirty="0" smtClean="0"/>
              <a:t>– Backend &amp; API):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Develops Flask/</a:t>
            </a:r>
            <a:r>
              <a:rPr lang="en-US" sz="1600" dirty="0" err="1" smtClean="0"/>
              <a:t>Streamlit</a:t>
            </a:r>
            <a:r>
              <a:rPr lang="en-US" sz="1600" dirty="0" smtClean="0"/>
              <a:t> backend, connects model with application, handles image input and prediction output. 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b="1" dirty="0" smtClean="0"/>
              <a:t>Anuradha (Coding </a:t>
            </a:r>
            <a:r>
              <a:rPr lang="en-US" sz="1600" b="1" dirty="0" smtClean="0"/>
              <a:t>– Dataset &amp; Model Training):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Collects dataset, performs preprocessing, helps in CNN model training and improves accuracy</a:t>
            </a:r>
            <a:r>
              <a:rPr lang="en-US" sz="1600" dirty="0" smtClean="0"/>
              <a:t>.</a:t>
            </a:r>
          </a:p>
          <a:p>
            <a:pPr>
              <a:buNone/>
            </a:pPr>
            <a:r>
              <a:rPr lang="en-US" sz="1600" b="1" dirty="0" smtClean="0"/>
              <a:t>Anchal (PPT </a:t>
            </a:r>
            <a:r>
              <a:rPr lang="en-US" sz="1600" b="1" dirty="0" smtClean="0"/>
              <a:t>Preparation):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Creates presentation slides, explains project overview, methodology, model working, and results. </a:t>
            </a:r>
          </a:p>
          <a:p>
            <a:pPr>
              <a:buNone/>
            </a:pPr>
            <a:r>
              <a:rPr lang="en-US" sz="1600" b="1" dirty="0" smtClean="0"/>
              <a:t>Mahima (Documentation</a:t>
            </a:r>
            <a:r>
              <a:rPr lang="en-US" sz="1600" b="1" dirty="0" smtClean="0"/>
              <a:t>):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Prepares full project report including abstract, objectives, methodology, results, conclusion, and screenshots</a:t>
            </a:r>
            <a:r>
              <a:rPr lang="en-US" sz="2000" dirty="0" smtClean="0"/>
              <a:t>.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42157" y="322448"/>
            <a:ext cx="7944375" cy="986236"/>
          </a:xfrm>
        </p:spPr>
        <p:txBody>
          <a:bodyPr>
            <a:noAutofit/>
          </a:bodyPr>
          <a:lstStyle/>
          <a:p>
            <a:r>
              <a:rPr lang="en-US" sz="4800" dirty="0" smtClean="0">
                <a:latin typeface="Bauhaus 93" panose="04030905020B02020C02" pitchFamily="82" charset="0"/>
              </a:rPr>
              <a:t> </a:t>
            </a:r>
            <a:r>
              <a:rPr lang="en-US" sz="4000" dirty="0"/>
              <a:t>Work Division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888669" y="1895347"/>
            <a:ext cx="5419288" cy="2516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usinessman divide up the work to his employee De Vector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22" y="1443036"/>
            <a:ext cx="3971933" cy="3971930"/>
          </a:xfrm>
          <a:prstGeom prst="ellipse">
            <a:avLst/>
          </a:prstGeom>
          <a:ln w="63500" cap="rnd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277255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=""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=""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EFFB6BC-B8A2-4F6A-861D-C36B251B7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816" y="2137146"/>
            <a:ext cx="5320696" cy="4053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Fruit freshness </a:t>
            </a:r>
            <a:r>
              <a:rPr lang="en-US" sz="2000" dirty="0" smtClean="0"/>
              <a:t>is usually judged manually, which can be inaccurate and inconsistent. With increasing food waste, there is a need for an automated system. This project uses AI and image processing to detect whether </a:t>
            </a:r>
            <a:r>
              <a:rPr lang="en-US" sz="2000" dirty="0" smtClean="0"/>
              <a:t>fruits </a:t>
            </a:r>
            <a:r>
              <a:rPr lang="en-US" sz="2000" dirty="0" smtClean="0"/>
              <a:t>are fresh or rotten based on visual features like color and texture.</a:t>
            </a:r>
            <a:endParaRPr lang="en-IN" sz="20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35398" y="463404"/>
            <a:ext cx="6501468" cy="1482842"/>
          </a:xfrm>
        </p:spPr>
        <p:txBody>
          <a:bodyPr>
            <a:normAutofit/>
          </a:bodyPr>
          <a:lstStyle/>
          <a:p>
            <a:r>
              <a:rPr lang="en-US" sz="4400" dirty="0" smtClean="0"/>
              <a:t>The background</a:t>
            </a:r>
            <a:endParaRPr lang="en-US" sz="4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45" y="1443034"/>
            <a:ext cx="3955052" cy="3907563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</p:spTree>
    <p:extLst>
      <p:ext uri="{BB962C8B-B14F-4D97-AF65-F5344CB8AC3E}">
        <p14:creationId xmlns="" xmlns:p14="http://schemas.microsoft.com/office/powerpoint/2010/main" val="378471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=""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73D968-550A-45A2-B636-4D6F7BFB4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697" y="2612315"/>
            <a:ext cx="5320696" cy="1828800"/>
          </a:xfrm>
        </p:spPr>
        <p:txBody>
          <a:bodyPr anchor="ctr">
            <a:normAutofit/>
          </a:bodyPr>
          <a:lstStyle/>
          <a:p>
            <a:r>
              <a:rPr lang="en-US" sz="2400" dirty="0" smtClean="0"/>
              <a:t>Identify whether fruits or vegetables are fresh or rotten using image classification.</a:t>
            </a:r>
          </a:p>
          <a:p>
            <a:endParaRPr lang="en-IN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4739779" y="735149"/>
            <a:ext cx="7155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/>
              <a:t>PROBLEM STATEMENT</a:t>
            </a:r>
            <a:endParaRPr lang="en-US" sz="4000" dirty="0"/>
          </a:p>
        </p:txBody>
      </p:sp>
      <p:sp>
        <p:nvSpPr>
          <p:cNvPr id="8" name="Rectangle 7"/>
          <p:cNvSpPr/>
          <p:nvPr/>
        </p:nvSpPr>
        <p:spPr>
          <a:xfrm>
            <a:off x="5310231" y="604008"/>
            <a:ext cx="6149130" cy="1023456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Problem Solving Concepts 4766324 Vector Art at Vecteez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23" y="1443035"/>
            <a:ext cx="3971932" cy="3971930"/>
          </a:xfrm>
          <a:prstGeom prst="ellipse">
            <a:avLst/>
          </a:prstGeom>
          <a:ln w="63500" cap="rnd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/>
          <p:cNvSpPr/>
          <p:nvPr/>
        </p:nvSpPr>
        <p:spPr>
          <a:xfrm>
            <a:off x="2037986" y="4798503"/>
            <a:ext cx="2074993" cy="545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093797" y="4878090"/>
            <a:ext cx="2019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23676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46ED790-B911-4363-9E4B-39B6B5FCE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2252" y="1820160"/>
            <a:ext cx="5320696" cy="4053840"/>
          </a:xfrm>
        </p:spPr>
        <p:txBody>
          <a:bodyPr anchor="ctr"/>
          <a:lstStyle/>
          <a:p>
            <a:r>
              <a:rPr lang="en-US" dirty="0" smtClean="0"/>
              <a:t>An AI-based system will be developed to detect </a:t>
            </a:r>
            <a:r>
              <a:rPr lang="en-US" dirty="0" smtClean="0"/>
              <a:t>fruit freshness </a:t>
            </a:r>
            <a:r>
              <a:rPr lang="en-US" dirty="0" smtClean="0"/>
              <a:t>using image processing and machine learning, where the model analyzes uploaded images and classifies </a:t>
            </a:r>
            <a:r>
              <a:rPr lang="en-US" dirty="0" smtClean="0"/>
              <a:t>fruits </a:t>
            </a:r>
            <a:r>
              <a:rPr lang="en-US" dirty="0" smtClean="0"/>
              <a:t>as fresh or not fresh.</a:t>
            </a:r>
          </a:p>
          <a:p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465427" y="638919"/>
            <a:ext cx="6149130" cy="1023456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620623" y="796704"/>
            <a:ext cx="5838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Proposed Solution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99" y="1323681"/>
            <a:ext cx="4153480" cy="4210638"/>
          </a:xfrm>
          <a:prstGeom prst="ellipse">
            <a:avLst/>
          </a:prstGeom>
          <a:ln w="63500" cap="rnd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="" xmlns:p14="http://schemas.microsoft.com/office/powerpoint/2010/main" val="1741187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937833B-3907-4B83-9F77-D0F494B71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6777" y="2014476"/>
            <a:ext cx="5320696" cy="4053840"/>
          </a:xfrm>
        </p:spPr>
        <p:txBody>
          <a:bodyPr anchor="ctr">
            <a:normAutofit/>
          </a:bodyPr>
          <a:lstStyle/>
          <a:p>
            <a:r>
              <a:rPr lang="en-US" sz="1600" b="1" dirty="0" smtClean="0"/>
              <a:t>Programming Language:</a:t>
            </a:r>
            <a:r>
              <a:rPr lang="en-US" sz="1600" dirty="0" smtClean="0"/>
              <a:t> Python </a:t>
            </a:r>
          </a:p>
          <a:p>
            <a:r>
              <a:rPr lang="en-US" sz="1600" b="1" dirty="0" smtClean="0"/>
              <a:t>Libraries:</a:t>
            </a:r>
            <a:r>
              <a:rPr lang="en-US" sz="1600" dirty="0" smtClean="0"/>
              <a:t> </a:t>
            </a:r>
            <a:r>
              <a:rPr lang="en-US" sz="1600" dirty="0" err="1" smtClean="0"/>
              <a:t>TensorFlow</a:t>
            </a:r>
            <a:r>
              <a:rPr lang="en-US" sz="1600" dirty="0" smtClean="0"/>
              <a:t> / </a:t>
            </a:r>
            <a:r>
              <a:rPr lang="en-US" sz="1600" dirty="0" err="1" smtClean="0"/>
              <a:t>Keras</a:t>
            </a:r>
            <a:r>
              <a:rPr lang="en-US" sz="1600" dirty="0" smtClean="0"/>
              <a:t>, </a:t>
            </a:r>
            <a:r>
              <a:rPr lang="en-US" sz="1600" dirty="0" err="1" smtClean="0"/>
              <a:t>OpenCV</a:t>
            </a:r>
            <a:r>
              <a:rPr lang="en-US" sz="1600" dirty="0" smtClean="0"/>
              <a:t>, </a:t>
            </a:r>
            <a:r>
              <a:rPr lang="en-US" sz="1600" dirty="0" err="1" smtClean="0"/>
              <a:t>NumPy</a:t>
            </a:r>
            <a:r>
              <a:rPr lang="en-US" sz="1600" dirty="0" smtClean="0"/>
              <a:t>, Pandas </a:t>
            </a:r>
          </a:p>
          <a:p>
            <a:r>
              <a:rPr lang="en-US" sz="1600" b="1" dirty="0" smtClean="0"/>
              <a:t>Model:</a:t>
            </a:r>
            <a:r>
              <a:rPr lang="en-US" sz="1600" dirty="0" smtClean="0"/>
              <a:t> </a:t>
            </a:r>
            <a:r>
              <a:rPr lang="en-US" sz="1600" dirty="0" err="1" smtClean="0"/>
              <a:t>Convolutional</a:t>
            </a:r>
            <a:r>
              <a:rPr lang="en-US" sz="1600" dirty="0" smtClean="0"/>
              <a:t> Neural Network (CNN) </a:t>
            </a:r>
          </a:p>
          <a:p>
            <a:r>
              <a:rPr lang="en-US" sz="1600" b="1" dirty="0" smtClean="0"/>
              <a:t>Tools:</a:t>
            </a:r>
            <a:r>
              <a:rPr lang="en-US" sz="1600" dirty="0" smtClean="0"/>
              <a:t> </a:t>
            </a:r>
            <a:r>
              <a:rPr lang="en-US" sz="1600" dirty="0" err="1" smtClean="0"/>
              <a:t>Jupyter</a:t>
            </a:r>
            <a:r>
              <a:rPr lang="en-US" sz="1600" dirty="0" smtClean="0"/>
              <a:t> Notebook / VS Code </a:t>
            </a:r>
          </a:p>
          <a:p>
            <a:r>
              <a:rPr lang="en-US" sz="1600" b="1" dirty="0" smtClean="0"/>
              <a:t>Dataset:</a:t>
            </a:r>
            <a:r>
              <a:rPr lang="en-US" sz="1600" dirty="0" smtClean="0"/>
              <a:t> F</a:t>
            </a:r>
            <a:r>
              <a:rPr lang="en-US" sz="1600" dirty="0" smtClean="0"/>
              <a:t>ruit images </a:t>
            </a:r>
            <a:r>
              <a:rPr lang="en-US" sz="1600" dirty="0" smtClean="0"/>
              <a:t>(fresh &amp; rotten) </a:t>
            </a:r>
          </a:p>
          <a:p>
            <a:r>
              <a:rPr lang="en-US" sz="1600" b="1" dirty="0" smtClean="0"/>
              <a:t>Frontend (optional):</a:t>
            </a:r>
            <a:r>
              <a:rPr lang="en-US" sz="1600" dirty="0" smtClean="0"/>
              <a:t> </a:t>
            </a:r>
            <a:r>
              <a:rPr lang="en-US" sz="1600" dirty="0" err="1" smtClean="0"/>
              <a:t>Streamlit</a:t>
            </a:r>
            <a:r>
              <a:rPr lang="en-US" sz="1600" dirty="0" smtClean="0"/>
              <a:t> / Flask for UI </a:t>
            </a:r>
          </a:p>
          <a:p>
            <a:r>
              <a:rPr lang="en-US" sz="1600" b="1" dirty="0" smtClean="0"/>
              <a:t>Hardware Requirements:</a:t>
            </a:r>
            <a:r>
              <a:rPr lang="en-US" sz="1600" dirty="0" smtClean="0"/>
              <a:t> Basic CPU/GPU system with 4–8 GB RAM </a:t>
            </a:r>
          </a:p>
          <a:p>
            <a:r>
              <a:rPr lang="en-US" sz="1600" b="1" dirty="0" smtClean="0"/>
              <a:t>Software Requirements:</a:t>
            </a:r>
            <a:r>
              <a:rPr lang="en-US" sz="1600" dirty="0" smtClean="0"/>
              <a:t> Python 3.x, pip packages installed </a:t>
            </a:r>
          </a:p>
          <a:p>
            <a:endParaRPr lang="en-IN" sz="16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089355" y="469741"/>
            <a:ext cx="6814992" cy="1174501"/>
          </a:xfrm>
        </p:spPr>
        <p:txBody>
          <a:bodyPr>
            <a:noAutofit/>
          </a:bodyPr>
          <a:lstStyle/>
          <a:p>
            <a:r>
              <a:rPr lang="en-IN" sz="3200" dirty="0"/>
              <a:t>Technology Stack &amp; Requirements</a:t>
            </a:r>
            <a:endParaRPr lang="en-US" sz="3200" dirty="0"/>
          </a:p>
        </p:txBody>
      </p:sp>
      <p:pic>
        <p:nvPicPr>
          <p:cNvPr id="2050" name="Picture 2" descr="A Beginner's Guide to Integrating MySQL with Pyth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423" y="1443035"/>
            <a:ext cx="3971932" cy="3971930"/>
          </a:xfrm>
          <a:prstGeom prst="ellipse">
            <a:avLst/>
          </a:prstGeom>
          <a:ln w="63500" cap="rnd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96619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ive bulbs and one of them is glowing">
            <a:extLst>
              <a:ext uri="{FF2B5EF4-FFF2-40B4-BE49-F238E27FC236}">
                <a16:creationId xmlns="" xmlns:a16="http://schemas.microsoft.com/office/drawing/2014/main" id="{6502B327-023B-19C1-2A07-58822C3EC9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l="20348" r="20317" b="-1"/>
          <a:stretch/>
        </p:blipFill>
        <p:spPr>
          <a:xfrm>
            <a:off x="642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ED9BD6-F510-4FEC-BBC3-026270D71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2757" y="562316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Innovative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44AC4F-2932-4F44-A84F-2F39667FE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2664" y="1504635"/>
            <a:ext cx="4804931" cy="4919815"/>
          </a:xfrm>
        </p:spPr>
        <p:txBody>
          <a:bodyPr anchor="ctr"/>
          <a:lstStyle/>
          <a:p>
            <a:r>
              <a:rPr lang="en-US" dirty="0" smtClean="0"/>
              <a:t>An upgraded AI system that not only detects </a:t>
            </a:r>
            <a:r>
              <a:rPr lang="en-US" dirty="0" smtClean="0"/>
              <a:t>fruit </a:t>
            </a:r>
            <a:r>
              <a:rPr lang="en-US" dirty="0" smtClean="0"/>
              <a:t>freshness from images but also predicts </a:t>
            </a:r>
            <a:r>
              <a:rPr lang="en-US" b="1" dirty="0" smtClean="0"/>
              <a:t>remaining shelf life (how many days it will stay fresh)</a:t>
            </a:r>
            <a:r>
              <a:rPr lang="en-US" dirty="0" smtClean="0"/>
              <a:t> and gives </a:t>
            </a:r>
            <a:r>
              <a:rPr lang="en-US" b="1" dirty="0" smtClean="0"/>
              <a:t>storage suggestions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463141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2AEFFFF2-9EB4-4B6C-B9F8-2BA3EF89A2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0D65299F-028F-4AFC-B46A-8DB33E20FE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BAC87F6E-526A-49B5-995D-42DB656594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F997BAE-B1B3-43F5-817C-987B4C2A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812" y="1964142"/>
            <a:ext cx="5320696" cy="4053840"/>
          </a:xfrm>
        </p:spPr>
        <p:txBody>
          <a:bodyPr anchor="ctr"/>
          <a:lstStyle/>
          <a:p>
            <a:r>
              <a:rPr lang="en-US" dirty="0" smtClean="0"/>
              <a:t>The developed AI model effectively classifies </a:t>
            </a:r>
            <a:r>
              <a:rPr lang="en-US" dirty="0" smtClean="0"/>
              <a:t>fruits </a:t>
            </a:r>
            <a:r>
              <a:rPr lang="en-US" dirty="0" smtClean="0"/>
              <a:t>as </a:t>
            </a:r>
            <a:r>
              <a:rPr lang="en-US" b="1" dirty="0" smtClean="0"/>
              <a:t>fresh or not fresh</a:t>
            </a:r>
            <a:r>
              <a:rPr lang="en-US" dirty="0" smtClean="0"/>
              <a:t> based on image input with good accuracy. The system shows reliable performance on test images, demonstrating that CNN-based image classification is suitable for freshness detection. It helps in reducing food wastage and improves decision-making for users. Further improvements can increase accuracy and expand detection to more </a:t>
            </a:r>
            <a:r>
              <a:rPr lang="en-US" dirty="0" smtClean="0"/>
              <a:t>fruit types </a:t>
            </a:r>
            <a:r>
              <a:rPr lang="en-US" dirty="0" smtClean="0"/>
              <a:t>and shelf-life prediction.</a:t>
            </a:r>
            <a:endParaRPr lang="en-IN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74655" y="213360"/>
            <a:ext cx="7729728" cy="1188720"/>
          </a:xfrm>
        </p:spPr>
        <p:txBody>
          <a:bodyPr>
            <a:noAutofit/>
          </a:bodyPr>
          <a:lstStyle/>
          <a:p>
            <a:r>
              <a:rPr lang="en-IN" sz="3200" dirty="0"/>
              <a:t>Results / Outcomes / Analysis</a:t>
            </a:r>
            <a:endParaRPr lang="en-US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22" y="1443035"/>
            <a:ext cx="3971933" cy="3951086"/>
          </a:xfrm>
          <a:prstGeom prst="ellipse">
            <a:avLst/>
          </a:prstGeom>
          <a:ln w="63500" cap="rnd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="" xmlns:p14="http://schemas.microsoft.com/office/powerpoint/2010/main" val="3130655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6313" y="610033"/>
            <a:ext cx="4487298" cy="1174991"/>
          </a:xfrm>
          <a:solidFill>
            <a:schemeClr val="tx1">
              <a:alpha val="60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n-IN" sz="2400">
                <a:solidFill>
                  <a:schemeClr val="bg1"/>
                </a:solidFill>
              </a:rPr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497" y="1504635"/>
            <a:ext cx="4804931" cy="4919815"/>
          </a:xfrm>
        </p:spPr>
        <p:txBody>
          <a:bodyPr anchor="ctr"/>
          <a:lstStyle/>
          <a:p>
            <a:r>
              <a:rPr lang="en-US" dirty="0" smtClean="0"/>
              <a:t>Accuracy depends on the quality and size of the dataset </a:t>
            </a:r>
          </a:p>
          <a:p>
            <a:r>
              <a:rPr lang="en-US" dirty="0" smtClean="0"/>
              <a:t>May give incorrect results for unclear or low-light images </a:t>
            </a:r>
          </a:p>
          <a:p>
            <a:r>
              <a:rPr lang="en-US" dirty="0" smtClean="0"/>
              <a:t>Limited to </a:t>
            </a:r>
            <a:r>
              <a:rPr lang="en-US" dirty="0" smtClean="0"/>
              <a:t>fruits </a:t>
            </a:r>
            <a:r>
              <a:rPr lang="en-US" dirty="0" smtClean="0"/>
              <a:t>included in the training dataset </a:t>
            </a:r>
          </a:p>
          <a:p>
            <a:r>
              <a:rPr lang="en-US" dirty="0" smtClean="0"/>
              <a:t>Cannot detect internal spoilage (only visual appearance is used) </a:t>
            </a:r>
          </a:p>
          <a:p>
            <a:r>
              <a:rPr lang="en-US" dirty="0" smtClean="0"/>
              <a:t>Requires improvement for real-time and diverse environment performance </a:t>
            </a:r>
          </a:p>
          <a:p>
            <a:endParaRPr lang="en-IN" dirty="0"/>
          </a:p>
        </p:txBody>
      </p:sp>
      <p:pic>
        <p:nvPicPr>
          <p:cNvPr id="3074" name="Picture 2" descr="Limitation Vector Art, Icons, and Graphics for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79" y="184559"/>
            <a:ext cx="6473402" cy="645952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4759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496" y="978776"/>
            <a:ext cx="5925310" cy="1174991"/>
          </a:xfrm>
        </p:spPr>
        <p:txBody>
          <a:bodyPr>
            <a:normAutofit/>
          </a:bodyPr>
          <a:lstStyle/>
          <a:p>
            <a:r>
              <a:rPr lang="en-IN" sz="4400" dirty="0" smtClean="0"/>
              <a:t>Future Scope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658A8F-6943-4E76-8967-55B21E8D3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608" y="2959473"/>
            <a:ext cx="5925310" cy="3255252"/>
          </a:xfrm>
        </p:spPr>
        <p:txBody>
          <a:bodyPr/>
          <a:lstStyle/>
          <a:p>
            <a:r>
              <a:rPr lang="en-US" dirty="0" smtClean="0"/>
              <a:t>Detect </a:t>
            </a:r>
            <a:r>
              <a:rPr lang="en-US" dirty="0" smtClean="0"/>
              <a:t>fruit </a:t>
            </a:r>
            <a:r>
              <a:rPr lang="en-US" dirty="0" smtClean="0"/>
              <a:t>freshness using image classification (fresh / not fresh) </a:t>
            </a:r>
          </a:p>
          <a:p>
            <a:r>
              <a:rPr lang="en-US" dirty="0" smtClean="0"/>
              <a:t>Support multiple </a:t>
            </a:r>
            <a:r>
              <a:rPr lang="en-US" dirty="0" smtClean="0"/>
              <a:t>fruit types </a:t>
            </a:r>
            <a:endParaRPr lang="en-US" dirty="0" smtClean="0"/>
          </a:p>
          <a:p>
            <a:r>
              <a:rPr lang="en-US" dirty="0" smtClean="0"/>
              <a:t>Real-time image prediction through camera or upload </a:t>
            </a:r>
          </a:p>
          <a:p>
            <a:r>
              <a:rPr lang="en-US" dirty="0" smtClean="0"/>
              <a:t>Simple user-friendly interface (web or mobile app) </a:t>
            </a:r>
          </a:p>
          <a:p>
            <a:r>
              <a:rPr lang="en-US" dirty="0" smtClean="0"/>
              <a:t>Future scope includes shelf-life prediction, ripeness level detection, and smart storage recommendations using AI and </a:t>
            </a:r>
            <a:r>
              <a:rPr lang="en-US" dirty="0" err="1" smtClean="0"/>
              <a:t>IoT</a:t>
            </a:r>
            <a:r>
              <a:rPr lang="en-US" dirty="0" smtClean="0"/>
              <a:t> integration </a:t>
            </a:r>
          </a:p>
          <a:p>
            <a:endParaRPr lang="en-IN" dirty="0"/>
          </a:p>
        </p:txBody>
      </p:sp>
      <p:pic>
        <p:nvPicPr>
          <p:cNvPr id="1026" name="Picture 2" descr="The Future of Family Office Report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64" y="685427"/>
            <a:ext cx="4905375" cy="514492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16418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C3E1C3D-633C-4756-B09B-9AD080714C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36668" y="640080"/>
            <a:ext cx="10915252" cy="5263134"/>
          </a:xfrm>
          <a:prstGeom prst="rect">
            <a:avLst/>
          </a:prstGeom>
          <a:noFill/>
          <a:ln w="317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295DAF8-54BC-4834-A4B1-7DD2F7AFE5A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801520" y="802767"/>
            <a:ext cx="10585166" cy="4937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9B5131FA-8D36-492B-8E16-2BB465AAD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624" y="1122807"/>
            <a:ext cx="9954443" cy="4297680"/>
          </a:xfrm>
          <a:noFill/>
          <a:ln>
            <a:noFill/>
          </a:ln>
        </p:spPr>
        <p:txBody>
          <a:bodyPr vert="horz" lIns="182880" tIns="182880" rIns="182880" bIns="182880" rtlCol="0" anchor="ctr">
            <a:noAutofit/>
          </a:bodyPr>
          <a:lstStyle/>
          <a:p>
            <a:r>
              <a:rPr lang="en-US" sz="4800" dirty="0" smtClean="0">
                <a:solidFill>
                  <a:schemeClr val="tx1"/>
                </a:solidFill>
                <a:hlinkClick r:id="rId2"/>
              </a:rPr>
              <a:t>karnatakmansi149/AI-Fruit-Freshness-Detector</a:t>
            </a:r>
            <a:endParaRPr lang="en-US" sz="4800" kern="1200" cap="all" spc="200" baseline="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0070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6C2A9291-55AD-4DDC-8735-1BA5A1C98C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8A74F5-46D6-41B8-88F6-8920EDCB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542604"/>
            <a:ext cx="8686800" cy="177279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vert="horz" wrap="square" lIns="182880" tIns="182880" rIns="182880" bIns="182880" rtlCol="0" anchor="ctr">
            <a:no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="" xmlns:p14="http://schemas.microsoft.com/office/powerpoint/2010/main" val="37206217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415</Words>
  <Application>Microsoft Office PowerPoint</Application>
  <PresentationFormat>Custom</PresentationFormat>
  <Paragraphs>48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Parcel</vt:lpstr>
      <vt:lpstr>AI fruit Freshness Detector</vt:lpstr>
      <vt:lpstr> Team 4</vt:lpstr>
      <vt:lpstr> Work Division</vt:lpstr>
      <vt:lpstr>The background</vt:lpstr>
      <vt:lpstr>Slide 5</vt:lpstr>
      <vt:lpstr>Slide 6</vt:lpstr>
      <vt:lpstr>Technology Stack &amp; Requirements</vt:lpstr>
      <vt:lpstr>Innovative Idea</vt:lpstr>
      <vt:lpstr>Results / Outcomes / Analysis</vt:lpstr>
      <vt:lpstr>Limitations</vt:lpstr>
      <vt:lpstr>Future Scope</vt:lpstr>
      <vt:lpstr>karnatakmansi149/AI-Fruit-Freshness-Detector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Prateek Vashishtha</dc:creator>
  <cp:lastModifiedBy>Skillsaksham .</cp:lastModifiedBy>
  <cp:revision>48</cp:revision>
  <dcterms:created xsi:type="dcterms:W3CDTF">2021-11-25T04:17:35Z</dcterms:created>
  <dcterms:modified xsi:type="dcterms:W3CDTF">2026-05-20T05:01:37Z</dcterms:modified>
</cp:coreProperties>
</file>